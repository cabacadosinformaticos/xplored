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Play"/>
      <p:regular r:id="rId15"/>
      <p:bold r:id="rId16"/>
    </p:embeddedFont>
    <p:embeddedFont>
      <p:font typeface="Overlock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A0ZujCMNwkNpCmglFRyEcCSUL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verlock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regular.fntdata"/><Relationship Id="rId14" Type="http://schemas.openxmlformats.org/officeDocument/2006/relationships/slide" Target="slides/slide10.xml"/><Relationship Id="rId17" Type="http://schemas.openxmlformats.org/officeDocument/2006/relationships/font" Target="fonts/Overlock-regular.fntdata"/><Relationship Id="rId16" Type="http://schemas.openxmlformats.org/officeDocument/2006/relationships/font" Target="fonts/Play-bold.fntdata"/><Relationship Id="rId5" Type="http://schemas.openxmlformats.org/officeDocument/2006/relationships/slide" Target="slides/slide1.xml"/><Relationship Id="rId19" Type="http://schemas.openxmlformats.org/officeDocument/2006/relationships/font" Target="fonts/Overlock-italic.fntdata"/><Relationship Id="rId6" Type="http://schemas.openxmlformats.org/officeDocument/2006/relationships/slide" Target="slides/slide2.xml"/><Relationship Id="rId18" Type="http://schemas.openxmlformats.org/officeDocument/2006/relationships/font" Target="fonts/Overlock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1c1b7b09b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a1c1b7b09b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1c1b7b09b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a1c1b7b09b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061ef8a5e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b061ef8a5e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6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11" Type="http://schemas.openxmlformats.org/officeDocument/2006/relationships/image" Target="../media/image23.png"/><Relationship Id="rId10" Type="http://schemas.openxmlformats.org/officeDocument/2006/relationships/image" Target="../media/image25.png"/><Relationship Id="rId12" Type="http://schemas.openxmlformats.org/officeDocument/2006/relationships/image" Target="../media/image22.png"/><Relationship Id="rId9" Type="http://schemas.openxmlformats.org/officeDocument/2006/relationships/image" Target="../media/image27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24.png"/><Relationship Id="rId8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Relationship Id="rId8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ap of a city" id="88" name="Google Shape;88;p1"/>
          <p:cNvPicPr preferRelativeResize="0"/>
          <p:nvPr/>
        </p:nvPicPr>
        <p:blipFill rotWithShape="1">
          <a:blip r:embed="rId3">
            <a:alphaModFix amt="29000"/>
          </a:blip>
          <a:srcRect b="4543" l="1855" r="2431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red and green pin with a camera and x" id="90" name="Google Shape;9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501140" y="0"/>
            <a:ext cx="6858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olorful text on a black background&#10;&#10;AI-generated content may be incorrect." id="91" name="Google Shape;9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2080" y="-1112520"/>
            <a:ext cx="5722620" cy="57226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6422714" y="5710019"/>
            <a:ext cx="3607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Projeto de Desenvolvimento Móvel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3º Semestre | T1-G1</a:t>
            </a:r>
            <a:endParaRPr b="0" i="0" sz="1800" u="none" cap="none" strike="noStrike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5212075" y="3429000"/>
            <a:ext cx="60288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Tiago Manuel Antunes Cabaça - 20241185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César de Oliveira Rodrigues - 20240449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Lucas Dernedde Sequeira Gomes Nicolau - 20241526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Muhammad Sudeis Abdul Latif Sacoor - 20241707</a:t>
            </a:r>
            <a:endParaRPr b="0" i="0" sz="2000" u="none" cap="none" strike="noStrike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ap of a city" id="98" name="Google Shape;98;p2"/>
          <p:cNvPicPr preferRelativeResize="0"/>
          <p:nvPr/>
        </p:nvPicPr>
        <p:blipFill rotWithShape="1">
          <a:blip r:embed="rId3">
            <a:alphaModFix amt="29000"/>
          </a:blip>
          <a:srcRect b="4544" l="1855" r="2433" t="0"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/>
        </p:nvSpPr>
        <p:spPr>
          <a:xfrm>
            <a:off x="1306050" y="324088"/>
            <a:ext cx="8082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Relembro do Projeto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red and green pin with a camera and x"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9506" y="-1"/>
            <a:ext cx="1325564" cy="13255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and green pin with a camera and x" id="101" name="Google Shape;10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9380" y="172727"/>
            <a:ext cx="6512546" cy="651254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9319239" y="632014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306050" y="1325575"/>
            <a:ext cx="651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</a:t>
            </a:r>
            <a:r>
              <a:rPr b="1" i="0" lang="en-US" sz="2800" u="none" cap="none" strike="noStrike">
                <a:solidFill>
                  <a:srgbClr val="08955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2800" u="none" cap="none" strike="noStrike">
                <a:solidFill>
                  <a:srgbClr val="DA291C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i="0" lang="en-US" sz="2800" u="none" cap="none" strike="noStrike">
                <a:solidFill>
                  <a:srgbClr val="F1C232"/>
                </a:solidFill>
                <a:latin typeface="Arial"/>
                <a:ea typeface="Arial"/>
                <a:cs typeface="Arial"/>
                <a:sym typeface="Arial"/>
              </a:rPr>
              <a:t>lored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024350" y="3086250"/>
            <a:ext cx="67944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US" sz="1900">
                <a:solidFill>
                  <a:srgbClr val="089550"/>
                </a:solidFill>
              </a:rPr>
              <a:t>X</a:t>
            </a:r>
            <a:r>
              <a:rPr b="1" lang="en-US" sz="1900">
                <a:solidFill>
                  <a:srgbClr val="DA291C"/>
                </a:solidFill>
              </a:rPr>
              <a:t>p</a:t>
            </a:r>
            <a:r>
              <a:rPr b="1" lang="en-US" sz="1900">
                <a:solidFill>
                  <a:srgbClr val="F1C232"/>
                </a:solidFill>
              </a:rPr>
              <a:t>lored</a:t>
            </a: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uma aplicação móvel que ajuda qualquer pessoa a descobrir a cidade de forma simples e interativa. É uma plataforma pensada para explorar, partilhar e conhecer melhor o espaço urbano.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ap of a city" id="109" name="Google Shape;109;p3"/>
          <p:cNvPicPr preferRelativeResize="0"/>
          <p:nvPr/>
        </p:nvPicPr>
        <p:blipFill rotWithShape="1">
          <a:blip r:embed="rId3">
            <a:alphaModFix amt="29000"/>
          </a:blip>
          <a:srcRect b="4544" l="1855" r="2433" t="0"/>
          <a:stretch/>
        </p:blipFill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>
            <p:ph type="title"/>
          </p:nvPr>
        </p:nvSpPr>
        <p:spPr>
          <a:xfrm>
            <a:off x="1306050" y="184275"/>
            <a:ext cx="10515600" cy="9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Personas e Cenários de Utilização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red and green pin with a camera and x" id="111" name="Google Shape;11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9506" y="-1"/>
            <a:ext cx="1325564" cy="132556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>
            <p:ph idx="12" type="sldNum"/>
          </p:nvPr>
        </p:nvSpPr>
        <p:spPr>
          <a:xfrm>
            <a:off x="9364980" y="63103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965700" y="1365775"/>
            <a:ext cx="10260600" cy="5006100"/>
          </a:xfrm>
          <a:prstGeom prst="roundRect">
            <a:avLst>
              <a:gd fmla="val 12002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3" title="perfi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59550" y="1650200"/>
            <a:ext cx="1944975" cy="194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1186400" y="3985450"/>
            <a:ext cx="26913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Nome:</a:t>
            </a: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Nataly Romero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Idade:</a:t>
            </a: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Nacionalidade:</a:t>
            </a: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Colombiana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Ocupação:</a:t>
            </a: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Estudante Erasmus (Comunicação Social)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Localização Atual:</a:t>
            </a: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Moscavide, Loures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Perfil:</a:t>
            </a: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Exploradora, independente, adora fotografia e experiências locais.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3877700" y="1526300"/>
            <a:ext cx="4350300" cy="3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Backstory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Nataly chegou a Lisboa para um semestre de Erasmus e rapidamente percebeu que os roteiros tradicionais são caros e pouco autênticos. Gosta de caminhar, descobrir </a:t>
            </a:r>
            <a:r>
              <a:rPr lang="en-US" sz="1300">
                <a:solidFill>
                  <a:schemeClr val="dk1"/>
                </a:solidFill>
              </a:rPr>
              <a:t>vistas </a:t>
            </a: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escondid</a:t>
            </a:r>
            <a:r>
              <a:rPr lang="en-US" sz="1300">
                <a:solidFill>
                  <a:schemeClr val="dk1"/>
                </a:solidFill>
              </a:rPr>
              <a:t>a</a:t>
            </a: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e encontrar restaurantes </a:t>
            </a:r>
            <a:r>
              <a:rPr lang="en-US" sz="1300">
                <a:solidFill>
                  <a:schemeClr val="dk1"/>
                </a:solidFill>
              </a:rPr>
              <a:t>locais</a:t>
            </a: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fora das zonas turísticas. Tem um orçamento limitado, por isso valoriza descontos e vantagens que lhe permitam experienciar mais a cidade.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 o telemóvel para quase tudo, especialmente mapas e redes sociais, e gosta de publicar fotos das suas descobertas.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8228000" y="2422375"/>
            <a:ext cx="2900400" cy="28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ao usar o </a:t>
            </a:r>
            <a:r>
              <a:rPr b="1" lang="en-US" sz="1600">
                <a:solidFill>
                  <a:srgbClr val="089550"/>
                </a:solidFill>
              </a:rPr>
              <a:t>X</a:t>
            </a:r>
            <a:r>
              <a:rPr b="1" lang="en-US" sz="1600">
                <a:solidFill>
                  <a:srgbClr val="DA291C"/>
                </a:solidFill>
              </a:rPr>
              <a:t>p</a:t>
            </a:r>
            <a:r>
              <a:rPr b="1" lang="en-US" sz="1600">
                <a:solidFill>
                  <a:srgbClr val="FFE900"/>
                </a:solidFill>
              </a:rPr>
              <a:t>lored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Encontrar locais pouco conhecidos perto dela.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Registar visitas com fotos e ganhar pontos.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Trocar pontos por cupões úteis (cafés, museus, transportes).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um “diário de exploração” da sua estadia em Portugal.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3877700" y="4567925"/>
            <a:ext cx="4350300" cy="17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Frustrações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Sites e apps turísticas demasiado comerciais.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Falta de recomendações reais feitas por pessoas como ela.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Dificuldade em saber se um lugar vale a pena antes de ir.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ap of a city" id="123" name="Google Shape;123;g3a1c1b7b09b_0_28"/>
          <p:cNvPicPr preferRelativeResize="0"/>
          <p:nvPr/>
        </p:nvPicPr>
        <p:blipFill rotWithShape="1">
          <a:blip r:embed="rId3">
            <a:alphaModFix amt="29000"/>
          </a:blip>
          <a:srcRect b="4543" l="1855" r="2430" t="0"/>
          <a:stretch/>
        </p:blipFill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a1c1b7b09b_0_28"/>
          <p:cNvSpPr txBox="1"/>
          <p:nvPr>
            <p:ph type="title"/>
          </p:nvPr>
        </p:nvSpPr>
        <p:spPr>
          <a:xfrm>
            <a:off x="1306050" y="184275"/>
            <a:ext cx="10515600" cy="9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Personas e Cenários de Utilização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red and green pin with a camera and x" id="125" name="Google Shape;125;g3a1c1b7b09b_0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9506" y="-1"/>
            <a:ext cx="1325564" cy="132556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a1c1b7b09b_0_28"/>
          <p:cNvSpPr txBox="1"/>
          <p:nvPr>
            <p:ph idx="12" type="sldNum"/>
          </p:nvPr>
        </p:nvSpPr>
        <p:spPr>
          <a:xfrm>
            <a:off x="9364980" y="6310313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g3a1c1b7b09b_0_28"/>
          <p:cNvSpPr/>
          <p:nvPr/>
        </p:nvSpPr>
        <p:spPr>
          <a:xfrm>
            <a:off x="965700" y="1365775"/>
            <a:ext cx="10260600" cy="5006100"/>
          </a:xfrm>
          <a:prstGeom prst="roundRect">
            <a:avLst>
              <a:gd fmla="val 12002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a1c1b7b09b_0_28"/>
          <p:cNvSpPr txBox="1"/>
          <p:nvPr/>
        </p:nvSpPr>
        <p:spPr>
          <a:xfrm>
            <a:off x="1200600" y="4043200"/>
            <a:ext cx="2544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Nome: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João Figueiredo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Idade: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38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Nacionalidade: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Português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Ocupação: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Técnico de redes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Localização: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Portela, Loures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Perfil: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Pragmático, familiar, procura atividades económicas e organizadas.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a1c1b7b09b_0_28"/>
          <p:cNvSpPr txBox="1"/>
          <p:nvPr/>
        </p:nvSpPr>
        <p:spPr>
          <a:xfrm>
            <a:off x="3867925" y="1650200"/>
            <a:ext cx="4350600" cy="3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Backstory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João trabalha de segunda a sexta e quer aproveitar os fins de semana com a esposa e os dois filhos (7 e 10 anos). Evita zonas turísticas demasiado cheias e procura alternativas mais calmas: parques, trilhos, atividades culturais adequadas a crianças.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cuidadoso com gastos e aprecia quando encontra ferramentas que o ajudam a planear atividades de forma eficiente. Valoriza apps que tornam a experiência mais simples e segura.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a1c1b7b09b_0_28"/>
          <p:cNvSpPr txBox="1"/>
          <p:nvPr/>
        </p:nvSpPr>
        <p:spPr>
          <a:xfrm>
            <a:off x="8228250" y="2211025"/>
            <a:ext cx="2900400" cy="3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ao usar o </a:t>
            </a:r>
            <a:r>
              <a:rPr b="1" lang="en-US" sz="1600">
                <a:solidFill>
                  <a:srgbClr val="089550"/>
                </a:solidFill>
              </a:rPr>
              <a:t>X</a:t>
            </a:r>
            <a:r>
              <a:rPr b="1" lang="en-US" sz="1600">
                <a:solidFill>
                  <a:srgbClr val="DA291C"/>
                </a:solidFill>
              </a:rPr>
              <a:t>p</a:t>
            </a:r>
            <a:r>
              <a:rPr b="1" lang="en-US" sz="1600">
                <a:solidFill>
                  <a:srgbClr val="FFE900"/>
                </a:solidFill>
              </a:rPr>
              <a:t>lored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Encontrar locais apropriados para crianças perto dele.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Seguir percursos Pedipaper para transformar passeios em aventuras.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Ganhar pontos e trocá-los por descontos em lojas de brinquedos e geladarias.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 reviews de outros pais antes de levar os filhos.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a1c1b7b09b_0_28"/>
          <p:cNvSpPr txBox="1"/>
          <p:nvPr/>
        </p:nvSpPr>
        <p:spPr>
          <a:xfrm>
            <a:off x="3867925" y="4617075"/>
            <a:ext cx="4350600" cy="1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Frustrações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Roteiros confusos ou desatualizados.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Zonas turísticas demasiado cheias.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Falta de incentivos reais para usar apps de turismo.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3a1c1b7b09b_0_28" title="Perfil 2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67163" y="1650200"/>
            <a:ext cx="2011451" cy="2011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ap of a city" id="137" name="Google Shape;137;p5"/>
          <p:cNvPicPr preferRelativeResize="0"/>
          <p:nvPr/>
        </p:nvPicPr>
        <p:blipFill rotWithShape="1">
          <a:blip r:embed="rId3">
            <a:alphaModFix amt="29000"/>
          </a:blip>
          <a:srcRect b="4543" l="1855" r="243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and green pin with a camera and x" id="138" name="Google Shape;13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9506" y="-1"/>
            <a:ext cx="1325564" cy="132556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/>
          <p:cNvSpPr txBox="1"/>
          <p:nvPr>
            <p:ph idx="12" type="sldNum"/>
          </p:nvPr>
        </p:nvSpPr>
        <p:spPr>
          <a:xfrm>
            <a:off x="9364980" y="63103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5"/>
          <p:cNvSpPr txBox="1"/>
          <p:nvPr/>
        </p:nvSpPr>
        <p:spPr>
          <a:xfrm>
            <a:off x="2821200" y="2881325"/>
            <a:ext cx="663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✓ Um registo rápido e simples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2821200" y="3689125"/>
            <a:ext cx="6549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✓ Sistema de adição de locais personalizável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 txBox="1"/>
          <p:nvPr>
            <p:ph type="title"/>
          </p:nvPr>
        </p:nvSpPr>
        <p:spPr>
          <a:xfrm>
            <a:off x="83820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Funcionalidades Implementadas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6925" y="1249336"/>
            <a:ext cx="2624263" cy="5426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5" title="Criar local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18512" y="1209662"/>
            <a:ext cx="2836126" cy="550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3428" y="1287450"/>
            <a:ext cx="2531253" cy="5349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424437" y="1189150"/>
            <a:ext cx="2624275" cy="5546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ap of a city" id="151" name="Google Shape;151;p7"/>
          <p:cNvPicPr preferRelativeResize="0"/>
          <p:nvPr/>
        </p:nvPicPr>
        <p:blipFill rotWithShape="1">
          <a:blip r:embed="rId3">
            <a:alphaModFix amt="29000"/>
          </a:blip>
          <a:srcRect b="4543" l="1855" r="2430" t="0"/>
          <a:stretch/>
        </p:blipFill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 txBox="1"/>
          <p:nvPr>
            <p:ph type="title"/>
          </p:nvPr>
        </p:nvSpPr>
        <p:spPr>
          <a:xfrm>
            <a:off x="83820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Funcionalidades Implementadas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red and green pin with a camera and x" id="153" name="Google Shape;15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9506" y="-1"/>
            <a:ext cx="1325564" cy="132556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 txBox="1"/>
          <p:nvPr>
            <p:ph idx="12" type="sldNum"/>
          </p:nvPr>
        </p:nvSpPr>
        <p:spPr>
          <a:xfrm>
            <a:off x="9364980" y="63103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7"/>
          <p:cNvSpPr txBox="1"/>
          <p:nvPr/>
        </p:nvSpPr>
        <p:spPr>
          <a:xfrm>
            <a:off x="3297975" y="2870475"/>
            <a:ext cx="55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✓ Um perfil com uma </a:t>
            </a:r>
            <a:r>
              <a:rPr b="1" lang="en-US" sz="2200">
                <a:solidFill>
                  <a:schemeClr val="dk1"/>
                </a:solidFill>
              </a:rPr>
              <a:t>G</a:t>
            </a: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aleria própria para o utilizador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3893300" y="4048575"/>
            <a:ext cx="4453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✓ Uma secção de Definições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7" title="User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4839" y="1325575"/>
            <a:ext cx="2530411" cy="5181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7" title="Screenshot 2025-11-09 185612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26750" y="1304728"/>
            <a:ext cx="2530400" cy="5222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4850" y="1304725"/>
            <a:ext cx="2471151" cy="522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ap of a city" id="164" name="Google Shape;164;g3a1c1b7b09b_0_48"/>
          <p:cNvPicPr preferRelativeResize="0"/>
          <p:nvPr/>
        </p:nvPicPr>
        <p:blipFill rotWithShape="1">
          <a:blip r:embed="rId3">
            <a:alphaModFix amt="29000"/>
          </a:blip>
          <a:srcRect b="4543" l="1855" r="243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and green pin with a camera and x" id="165" name="Google Shape;165;g3a1c1b7b09b_0_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9506" y="-1"/>
            <a:ext cx="1325564" cy="132556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a1c1b7b09b_0_48"/>
          <p:cNvSpPr txBox="1"/>
          <p:nvPr>
            <p:ph idx="12" type="sldNum"/>
          </p:nvPr>
        </p:nvSpPr>
        <p:spPr>
          <a:xfrm>
            <a:off x="9364980" y="6310313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g3a1c1b7b09b_0_48"/>
          <p:cNvSpPr txBox="1"/>
          <p:nvPr>
            <p:ph type="title"/>
          </p:nvPr>
        </p:nvSpPr>
        <p:spPr>
          <a:xfrm>
            <a:off x="83820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Funcionalidades Implementadas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a1c1b7b09b_0_48"/>
          <p:cNvSpPr txBox="1"/>
          <p:nvPr/>
        </p:nvSpPr>
        <p:spPr>
          <a:xfrm>
            <a:off x="3514400" y="3408225"/>
            <a:ext cx="53526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✓ Um menu pop-up para ver os locais com mais detalhe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a1c1b7b09b_0_48" title="Locais perto de ti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675" y="1360588"/>
            <a:ext cx="2379626" cy="4932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a1c1b7b09b_0_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64375" y="1325575"/>
            <a:ext cx="2531251" cy="5349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a1c1b7b09b_0_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9575" y="1325576"/>
            <a:ext cx="2531256" cy="5349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ap of a city" id="176" name="Google Shape;176;g3b061ef8a5e_0_2"/>
          <p:cNvPicPr preferRelativeResize="0"/>
          <p:nvPr/>
        </p:nvPicPr>
        <p:blipFill rotWithShape="1">
          <a:blip r:embed="rId3">
            <a:alphaModFix amt="29000"/>
          </a:blip>
          <a:srcRect b="4543" l="1856" r="2431" t="0"/>
          <a:stretch/>
        </p:blipFill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b061ef8a5e_0_2"/>
          <p:cNvSpPr txBox="1"/>
          <p:nvPr>
            <p:ph type="title"/>
          </p:nvPr>
        </p:nvSpPr>
        <p:spPr>
          <a:xfrm>
            <a:off x="83820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Funcionalidades Implementadas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red and green pin with a camera and x" id="178" name="Google Shape;178;g3b061ef8a5e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9506" y="-1"/>
            <a:ext cx="1325564" cy="132556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b061ef8a5e_0_2"/>
          <p:cNvSpPr txBox="1"/>
          <p:nvPr>
            <p:ph idx="12" type="sldNum"/>
          </p:nvPr>
        </p:nvSpPr>
        <p:spPr>
          <a:xfrm>
            <a:off x="9364980" y="6310313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g3b061ef8a5e_0_2"/>
          <p:cNvSpPr txBox="1"/>
          <p:nvPr/>
        </p:nvSpPr>
        <p:spPr>
          <a:xfrm>
            <a:off x="3334350" y="3213600"/>
            <a:ext cx="5523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✓ Um </a:t>
            </a:r>
            <a:r>
              <a:rPr b="1" lang="en-US" sz="2200">
                <a:solidFill>
                  <a:schemeClr val="dk1"/>
                </a:solidFill>
              </a:rPr>
              <a:t>sistema</a:t>
            </a:r>
            <a:r>
              <a:rPr b="1" lang="en-US" sz="2200">
                <a:solidFill>
                  <a:schemeClr val="dk1"/>
                </a:solidFill>
              </a:rPr>
              <a:t> de Reviews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g3b061ef8a5e_0_2" title="User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4839" y="1325575"/>
            <a:ext cx="2530411" cy="5181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b061ef8a5e_0_2" title="Screenshot 2025-11-09 185612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26750" y="1304728"/>
            <a:ext cx="2530400" cy="5222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b061ef8a5e_0_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4850" y="1325575"/>
            <a:ext cx="2471144" cy="522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b061ef8a5e_0_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4850" y="1325700"/>
            <a:ext cx="2471151" cy="5222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b061ef8a5e_0_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313250" y="1294400"/>
            <a:ext cx="2500771" cy="5285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b061ef8a5e_0_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313250" y="1294412"/>
            <a:ext cx="2500776" cy="5285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b061ef8a5e_0_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34849" y="1294400"/>
            <a:ext cx="2471151" cy="5222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b061ef8a5e_0_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326750" y="1294400"/>
            <a:ext cx="2530401" cy="53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ap of a city" id="193" name="Google Shape;193;p6"/>
          <p:cNvPicPr preferRelativeResize="0"/>
          <p:nvPr/>
        </p:nvPicPr>
        <p:blipFill rotWithShape="1">
          <a:blip r:embed="rId3">
            <a:alphaModFix amt="29000"/>
          </a:blip>
          <a:srcRect b="4544" l="1855" r="2433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and green pin with a camera and x" id="194" name="Google Shape;19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9506" y="-1"/>
            <a:ext cx="1325564" cy="132556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"/>
          <p:cNvSpPr txBox="1"/>
          <p:nvPr>
            <p:ph idx="12" type="sldNum"/>
          </p:nvPr>
        </p:nvSpPr>
        <p:spPr>
          <a:xfrm>
            <a:off x="9364980" y="63103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838200" y="6032575"/>
            <a:ext cx="4938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✓ </a:t>
            </a:r>
            <a:r>
              <a:rPr b="1" lang="en-US" sz="2200">
                <a:solidFill>
                  <a:schemeClr val="dk1"/>
                </a:solidFill>
              </a:rPr>
              <a:t>Desafios de Pedipapers, para ganhar pontos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 txBox="1"/>
          <p:nvPr>
            <p:ph type="title"/>
          </p:nvPr>
        </p:nvSpPr>
        <p:spPr>
          <a:xfrm>
            <a:off x="83820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Funcionalidades Implementadas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6827825" y="1197400"/>
            <a:ext cx="4196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✓ </a:t>
            </a:r>
            <a:r>
              <a:rPr b="1" lang="en-US" sz="2200">
                <a:solidFill>
                  <a:schemeClr val="dk1"/>
                </a:solidFill>
              </a:rPr>
              <a:t>Esses pontos são usados</a:t>
            </a: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</a:t>
            </a:r>
            <a:r>
              <a:rPr b="1" lang="en-US" sz="2200">
                <a:solidFill>
                  <a:schemeClr val="dk1"/>
                </a:solidFill>
              </a:rPr>
              <a:t>ara ganhar</a:t>
            </a: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descontos </a:t>
            </a:r>
            <a:r>
              <a:rPr b="1" lang="en-US" sz="2200">
                <a:solidFill>
                  <a:schemeClr val="dk1"/>
                </a:solidFill>
              </a:rPr>
              <a:t>em forma de C</a:t>
            </a: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upões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6" title="Loja de Cupões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05875" y="2305600"/>
            <a:ext cx="2245807" cy="4502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6" title="Review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17856" y="1325700"/>
            <a:ext cx="2179594" cy="4502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94704" y="2305600"/>
            <a:ext cx="2179601" cy="4606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17854" y="1325700"/>
            <a:ext cx="2179601" cy="4606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ap of a city" id="207" name="Google Shape;207;p8"/>
          <p:cNvPicPr preferRelativeResize="0"/>
          <p:nvPr/>
        </p:nvPicPr>
        <p:blipFill rotWithShape="1">
          <a:blip r:embed="rId3">
            <a:alphaModFix amt="29000"/>
          </a:blip>
          <a:srcRect b="4544" l="1855" r="2433" t="0"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and green pin with a camera and x" id="208" name="Google Shape;20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061341" y="451256"/>
            <a:ext cx="5955486" cy="595548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8"/>
          <p:cNvSpPr txBox="1"/>
          <p:nvPr>
            <p:ph idx="12" type="sldNum"/>
          </p:nvPr>
        </p:nvSpPr>
        <p:spPr>
          <a:xfrm>
            <a:off x="9364980" y="63103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" name="Google Shape;210;p8"/>
          <p:cNvSpPr txBox="1"/>
          <p:nvPr/>
        </p:nvSpPr>
        <p:spPr>
          <a:xfrm>
            <a:off x="4577245" y="1357986"/>
            <a:ext cx="50748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6000" u="none" cap="none" strike="noStrike">
                <a:solidFill>
                  <a:srgbClr val="DA291C"/>
                </a:solidFill>
                <a:latin typeface="Overlock"/>
                <a:ea typeface="Overlock"/>
                <a:cs typeface="Overlock"/>
                <a:sym typeface="Overlock"/>
              </a:rPr>
              <a:t>XPLORE IT!</a:t>
            </a:r>
            <a:endParaRPr b="1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6000" u="none" cap="none" strike="noStrike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6000" u="none" cap="none" strike="noStrike">
                <a:solidFill>
                  <a:srgbClr val="089550"/>
                </a:solidFill>
                <a:latin typeface="Overlock"/>
                <a:ea typeface="Overlock"/>
                <a:cs typeface="Overlock"/>
                <a:sym typeface="Overlock"/>
              </a:rPr>
              <a:t>MARK IT!</a:t>
            </a:r>
            <a:endParaRPr b="1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6000" u="none" cap="none" strike="noStrike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6000" u="none" cap="none" strike="noStrike">
                <a:solidFill>
                  <a:srgbClr val="FFE900"/>
                </a:solidFill>
                <a:latin typeface="Overlock"/>
                <a:ea typeface="Overlock"/>
                <a:cs typeface="Overlock"/>
                <a:sym typeface="Overlock"/>
              </a:rPr>
              <a:t>SHARE IT!</a:t>
            </a:r>
            <a:endParaRPr b="1" i="0" sz="6000" u="none" cap="none" strike="noStrike">
              <a:solidFill>
                <a:srgbClr val="FFE900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2025-10-07T17:46:11Z</dcterms:created>
  <dc:creator>Muhammad Sudeis</dc:creator>
</cp:coreProperties>
</file>